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old-fervent-mccarthy/work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1143000" cy="2824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58368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Nos offres — Intelligence Marché &amp; Commande Publique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1078992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Choisissez le niveau d'accompagnement adapté à votre organisation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34340" y="1536192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0372" y="177393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" y="208483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Repérer vos premiers signaux, sans effort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0372" y="246888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6B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4 800 € HT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an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690372" y="2944368"/>
            <a:ext cx="3099816" cy="475488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" y="29443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alertes qualifiées / mois + RDV livrés clé en main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0372" y="3547872"/>
            <a:ext cx="30998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thématiques de veille au choix + scoring des signaux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Ciblage des décideurs, prise de contact et RDV livré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Connexion à votre CRM (HubSpot, Salesforce, Dynamics…)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e-mails + 50 téléphones enrichis inclus par an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crédits IA (Claude) inclus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 renouvellement de marché (préavis 6 ou 18 mois)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licences incluses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914900" y="1298448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008A45"/>
          </a:solidFill>
          <a:ln/>
        </p:spPr>
      </p:sp>
      <p:sp>
        <p:nvSpPr>
          <p:cNvPr id="13" name="Text 10"/>
          <p:cNvSpPr/>
          <p:nvPr/>
        </p:nvSpPr>
        <p:spPr>
          <a:xfrm>
            <a:off x="4914900" y="1298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PARTENAIRE FONDATEUR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74820" y="1536192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EAF3FC"/>
          </a:solidFill>
          <a:ln w="22225">
            <a:solidFill>
              <a:srgbClr val="3D6BA8"/>
            </a:solidFill>
            <a:prstDash val="solid"/>
          </a:ln>
          <a:effectLst>
            <a:outerShdw sx="100000" sy="100000" kx="0" ky="0" algn="bl" rotWithShape="0" blurRad="127000" dist="38100" dir="5400000">
              <a:srgbClr val="3D6BA8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30852" y="177393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30852" y="208483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L'intelligence marché complète, sans limite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30852" y="246888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6B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5 500 € HT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/ an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4530852" y="288950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008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 Partenaire Fondateur : accompagnement prioritaire et feuille de route co-construite avec vos équipes, en échange d'un rôle de client référence (témoignage, étude de cas)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30852" y="3401568"/>
            <a:ext cx="3099816" cy="475488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/>
        </p:spPr>
      </p:sp>
      <p:sp>
        <p:nvSpPr>
          <p:cNvPr id="20" name="Text 17"/>
          <p:cNvSpPr/>
          <p:nvPr/>
        </p:nvSpPr>
        <p:spPr>
          <a:xfrm>
            <a:off x="4640580" y="34015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Thématiques et alertes illimitées + veille marchés publics multi-sources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30852" y="4005072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Starter, en illimité (thématiques + alertes)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Délibérations en avant-première (avant publication du marché)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Multi-sources marchés publics (BOAMP, TED, achatpublic.com…) + Go/No-Go IA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 des attributions depuis 2018 + suivi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Mémoires techniques assistés par IA + workflow collaboratif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1200 e-mails + 300 téléphones enrichis, 1500 crédits IA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licences incluses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15300" y="1536192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71332" y="1773936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71332" y="208483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Déployée dans votre environnement, à votre échelle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371332" y="246888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6B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 devis</a:t>
            </a:r>
            <a:endParaRPr lang="en-US" sz="2500" dirty="0"/>
          </a:p>
        </p:txBody>
      </p:sp>
      <p:sp>
        <p:nvSpPr>
          <p:cNvPr id="26" name="Shape 23"/>
          <p:cNvSpPr/>
          <p:nvPr/>
        </p:nvSpPr>
        <p:spPr>
          <a:xfrm>
            <a:off x="8371332" y="2944368"/>
            <a:ext cx="3099816" cy="475488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/>
        </p:spPr>
      </p:sp>
      <p:sp>
        <p:nvSpPr>
          <p:cNvPr id="27" name="Text 24"/>
          <p:cNvSpPr/>
          <p:nvPr/>
        </p:nvSpPr>
        <p:spPr>
          <a:xfrm>
            <a:off x="8481060" y="29443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Intégrée nativement à votre environnement Microsoft ou Claude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71332" y="3547872"/>
            <a:ext cx="30998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Premium, aux volumes de votre groupe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native Microsoft 365 ou Claude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et accompagnement dédiés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Multi-entités, multi-pays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95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Périmètre et volumétrie cadrés avec vos équipes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71332" y="592531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3D6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Construit avec vous, à partir de vos besoins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Déploiement : 600 € HT (paiement unique)   •   Licence supplémentaire : 650 € HT/an   •   Facturation trimestrielle possible la 1ère année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2026-07-14T22:01:25Z</dcterms:created>
  <dcterms:modified xsi:type="dcterms:W3CDTF">2026-07-14T22:01:25Z</dcterms:modified>
</cp:coreProperties>
</file>